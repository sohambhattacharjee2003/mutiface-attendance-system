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E"/>
                </a:solidFill>
              </a:rPr>
              <a:t>AUTOMATIC ATTENDANCE SYSTEM USING MULTIPLE FACE RECOGNITION</a:t>
            </a:r>
          </a:p>
          <a:p>
            <a:pPr algn="ctr"/>
            <a:r>
              <a:rPr sz="1500" i="1">
                <a:solidFill>
                  <a:srgbClr val="555F6D"/>
                </a:solidFill>
              </a:rPr>
              <a:t>Spoof-Resistant Multi-Face Attendance — Recognition Alone Is Not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743200"/>
            <a:ext cx="7315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</a:rPr>
              <a:t>Team Members' Name and Roll Number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1A"/>
                </a:solidFill>
              </a:rPr>
              <a:t>1. Souryadeep Deb (13000222064)          2. Soham Bhattacharya (13000222065)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1A"/>
                </a:solidFill>
              </a:rPr>
              <a:t>3. Srija Basak (13000222066)              4. Sneha Singh (13000222067)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</a:rPr>
              <a:t>Group Number — 18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</a:rPr>
              <a:t>Mentor Name — Mr Prodipta Bhowmik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Department of Information Technology</a:t>
            </a:r>
          </a:p>
          <a:p>
            <a:pPr algn="ctr"/>
            <a:r>
              <a:rPr sz="1300" b="1"/>
              <a:t>Techno Main Salt Lake</a:t>
            </a:r>
          </a:p>
          <a:p>
            <a:pPr algn="ctr"/>
            <a:r>
              <a:rPr sz="1300" b="1"/>
              <a:t>Kolkata - 700091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PROJECT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94560"/>
            <a:ext cx="8229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>
                <a:solidFill>
                  <a:srgbClr val="1F3A6E"/>
                </a:solidFill>
              </a:rPr>
              <a:t>Automatic Attendance System using Multiple Face Recognition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A1A1A"/>
                </a:solidFill>
              </a:rPr>
              <a:t>Research focus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</a:rPr>
              <a:t>A state-of-the-art face model still marks a printed photograph present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</a:rPr>
              <a:t>100% of the time. We measured it, and we fixed it.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</a:rPr>
              <a:t>Detecting and recognising every face in one frame — and then deciding,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</a:rPr>
              <a:t>separately and carefully, who is actually PRESENT.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OBJECTIVE OF THE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1A1A1A"/>
                </a:solidFill>
              </a:rPr>
              <a:t>1.  Automate attendance using multi-face recognition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</a:rPr>
              <a:t>Detect and identify every face in a single frame, not one person at a time.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A1A1A"/>
                </a:solidFill>
              </a:rPr>
              <a:t>2.  Reject strangers — an open-set system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</a:rPr>
              <a:t>A classifier must always name someone. Ours is allowed to answer 'nobody'.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C0392B"/>
                </a:solidFill>
              </a:rPr>
              <a:t>3.  Resist presentation attacks (photo / screen spoofing)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</a:rPr>
              <a:t>Recognition alone cannot tell a person from a photo of that person.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A1A1A"/>
                </a:solidFill>
              </a:rPr>
              <a:t>4.  Make the attendance commit reliable, not just the recognition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</a:rPr>
              <a:t>Attendance is irreversible — one bad frame must not mark the wrong student.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A1A1A"/>
                </a:solidFill>
              </a:rPr>
              <a:t>5.  Run on ordinary hardware, offline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</a:rPr>
              <a:t>One laptop, one webcam, no GPU, no cloud, no student data leaving campus.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PROBLEM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</a:rPr>
              <a:t>Traditional manual attendance is slow, error-prone and open to proxy marking.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1A"/>
                </a:solidFill>
              </a:rPr>
              <a:t>A 60-student roll-call costs ~5 minutes of every lecture — roughly 80 hours a year.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F3A6E"/>
                </a:solidFill>
              </a:rPr>
              <a:t>But automating it with face recognition introduces a NEW problem, and this is the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F3A6E"/>
                </a:solidFill>
              </a:rPr>
              <a:t>gap our project addresses: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</a:rPr>
              <a:t>Face recognition is DESIGNED to give a photo of you the same embedding as you.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</a:rPr>
              <a:t>That is what makes it a good face model — and it is why recognition alone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</a:rPr>
              <a:t>cannot prevent proxy attendance. We tested it: a printed photo was marked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C0392B"/>
                </a:solidFill>
              </a:rPr>
              <a:t>present 100% of the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1F3A6E"/>
                </a:solidFill>
              </a:rPr>
              <a:t>Four failures a real deployment must survive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1A"/>
                </a:solidFill>
              </a:rPr>
              <a:t>•  A photograph or phone screen held up to the camera  →  marked present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1A"/>
                </a:solidFill>
              </a:rPr>
              <a:t>•  A stranger walking past  →  a softmax has no way to say 'nobody'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1A"/>
                </a:solidFill>
              </a:rPr>
              <a:t>•  A student at the back of the room  →  too few pixels to identify, but still named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A1A1A"/>
                </a:solidFill>
              </a:rPr>
              <a:t>•  One misread frame  →  wrong student marked present for the entire 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D'Souza et al. (2019) [1] — automated attendance via histogram-based features; improves efficiency but is sensitive to lighting and pose.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Arsenovic et al. (2017) [2] — CNN-based deep learning for attendance; higher accuracy and real-time performance.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Kakarla et al. (2020) [3] — CNN smart attendance recognising multiple students under moderate pose and expression change.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Varadharajan et al. (2016) [4] — face-detection classroom attendance; accuracy drops under occlusion and poor lighting.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Siswanto et al. (2014) [5] — face biometrics as a hygienic alternative to fingerprint attendance.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Deng et al. (2019) [6] — ArcFace: additive angular margin loss. The 512-d embedding our system uses (pretrained and frozen — we do not claim it).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949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C0392B"/>
                </a:solidFill>
              </a:rPr>
              <a:t>RESEARCH GAP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C0392B"/>
                </a:solidFill>
              </a:rPr>
              <a:t>Every attendance paper above reports one accuracy number on clean data. None of them test a presentation attack, none report a stranger-rejection rate, and none treat 'recognised' and 'marked present' as different decisions. That gap is our project.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PROPOSED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5760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F3A6E"/>
                </a:solidFill>
              </a:rPr>
              <a:t>How it works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Every face in the frame is detected, embedded (512-d) and matched against each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enrolled student's centroid. A face must then pass FOUR gates before the system is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willing to put a name on it — and several frames must agree before attendance is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written. Records go to CSV; nothing leaves the machine.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F3A6E"/>
                </a:solidFill>
              </a:rPr>
              <a:t>Problem addressed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Replaces manual roll-call, eliminates the signed-register proxy, rejects strangers,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and blocks the photo/screen proxy that defeats ordinary face recognition.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09728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F3A6E"/>
                </a:solidFill>
              </a:rPr>
              <a:t>Innovation and uniqueness — stated honestly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C0392B"/>
                </a:solidFill>
              </a:rPr>
              <a:t>We do NOT claim a new face-recognition model.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ArcFace is pretrained and frozen. Training our own on 30 students would need a GPU,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thousands of images per person, and would still name a stranger every time.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E8E5A"/>
                </a:solidFill>
              </a:rPr>
              <a:t>What IS ours: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•  Liveness that works on classroom hardware. Blink detection is the standard trick, but a blink lasts ~0.3 s and our system samples ~1.4 frames/s — we measured it failing. So we measure facial motion from landmarks the detector already produces: a live face keeps deforming, a photo is rigid. Rotation and scale are normalised away, so waving the photo does not help the attacker. No extra model. No GPU.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•  A threshold calibrated on 2,880 impostor faces, not hand-picked.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•  Attendance treated as an irreversible commit needing agreement across frames.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•  Enrolment in 1.4 s (was 607 s) by caching embeddings.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•  A guard that did NOT work (top-2 margin) — reported, not hidden.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EXPERIMENTAL DETAILS</a:t>
            </a:r>
          </a:p>
        </p:txBody>
      </p:sp>
      <p:pic>
        <p:nvPicPr>
          <p:cNvPr id="3" name="Picture 2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228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3017520"/>
            <a:ext cx="5303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1F3A6E"/>
                </a:solidFill>
              </a:rPr>
              <a:t>Technologies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Language:  Python 3.13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Detection:  RetinaFace / SCRFD (det_10g)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Recognition:  ArcFace ResNet-50 (buffalo_l) → 512-d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Runtime:  ONNX Runtime — CPU only, no GPU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Classifier:  linear SVM + cosine-to-centroid (scikit-learn)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Backend:  Flask REST API, token authentication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Frontend:  React · Vite · TailwindCSS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Storage:  CSV + JSON on disk — no cloud, no DB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3017520"/>
            <a:ext cx="5394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1F3A6E"/>
                </a:solidFill>
              </a:rPr>
              <a:t>Experimental protocol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96 VGGFace2 identities → 30 simulated 'students' + 66 'strangers'.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Student images split 70/30: enrolment vs held-out test images.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Strangers split in half: one half calibrates the threshold,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the other half measures it.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C0392B"/>
                </a:solidFill>
              </a:rPr>
              <a:t>Both splits are essential.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Scoring a face against a centroid built from that same face gives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100% and proves nothing. A threshold tuned on the same strangers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you then report a false-accept rate against is not a measurement.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Hardware: MacBook Air, CPU only. 2 real users enrolled for the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live deployment demo.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RESULTS AND ANALYSIS</a:t>
            </a:r>
          </a:p>
        </p:txBody>
      </p:sp>
      <p:pic>
        <p:nvPicPr>
          <p:cNvPr id="3" name="Picture 2" descr="sp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3072384" cy="2194560"/>
          </a:xfrm>
          <a:prstGeom prst="rect">
            <a:avLst/>
          </a:prstGeom>
        </p:spPr>
      </p:pic>
      <p:pic>
        <p:nvPicPr>
          <p:cNvPr id="4" name="Picture 3" descr="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914400"/>
            <a:ext cx="4535424" cy="2194560"/>
          </a:xfrm>
          <a:prstGeom prst="rect">
            <a:avLst/>
          </a:prstGeom>
        </p:spPr>
      </p:pic>
      <p:pic>
        <p:nvPicPr>
          <p:cNvPr id="5" name="Picture 4" descr="degra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914400"/>
            <a:ext cx="3218688" cy="219456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383280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After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Photo marked present (attack 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Strangers admitted (FAR)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0.0081%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0.002%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Wrong attendance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0.0354%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Time to enrol a student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607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1.4 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Time to mark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10.5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2.8 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338328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F3A6E"/>
                </a:solidFill>
              </a:rPr>
              <a:t>Capacity (laptop CPU, no GPU)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16 faces in one frame: 1.271 s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10,000 enrolled students: +1.2 ms per match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One 1080p camera covers ~7 m — a classroom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Memory: 298 MB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F3A6E"/>
                </a:solidFill>
              </a:rPr>
              <a:t>Key findings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Calibrating the threshold cut strangers admitted 4×.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Temporal voting drove wrong records to zero.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C0392B"/>
                </a:solidFill>
              </a:rPr>
              <a:t>The top-2 margin guard did NOT help — we report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6583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F3A6E"/>
                </a:solidFill>
              </a:rPr>
              <a:t>A pretrained face model is not an attendance system.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It fails in three measurable ways, and each one is fixable in the decision layer.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</a:rPr>
              <a:t>Automation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Every face in the frame detected and identified in one pass; enrolment takes 1.4 s.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</a:rPr>
              <a:t>Integrity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Manual proxy (a friend signing the register) is eliminated. Photo and screen proxy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is blocked by liveness — attack success 100% → 0%. Strangers admitted: 0.20%.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</a:rPr>
              <a:t>Precision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Open-set rejection with a threshold calibrated on 2,880 impostor faces. Faces below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40 px are refused rather than guessed at. Wrong attendance records: 0%.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</a:rPr>
              <a:t>Efficiency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16 faces per frame in 1.3 s on a laptop CPU. Fully offline: no cloud, no GPU, ₹0/year.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06640" y="109728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C0392B"/>
                </a:solidFill>
              </a:rPr>
              <a:t>LIMITATIONS &amp; FUTURE WORK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</a:rPr>
              <a:t>Video replay still defeats liveness.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A recorded face genuinely moves. We raise the attack cost from 'print a photo' to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'record and replay a video' — a real gain, not a complete defence. A depth 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texture-based anti-spoof model is the next step.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</a:rPr>
              <a:t>The look-alike guard is unproven.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Our cohort contains no look-alike pairs, so the top-2 margin had nothing to catch.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We cannot claim it works.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</a:rPr>
              <a:t>Only 2 real users enrolled.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All quantitative claims come from the 30-identity cohort. The live system is 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feasibility demonstration.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</a:rPr>
              <a:t>The cohort is photographic.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VGGFace2 images are cleaner than a classroom webcam, so real-world numbers will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be worse than these.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15568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[1]  D'Souza, J. W. S., et al. (2019). Automated Attendance Marking and Management System by Facial Recognition Using Histogram. Array, 3–4: 100014. DOI: 10.1016/j.array.2019.100014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[2]  Arsenovic, M., Sladojevic, S., Anderla, A., Stefanovic, D. (2017). FaceTime — Deep Learning Based Face Recognition Attendance System. IEEE SISY 2017, pp. 53–58. DOI: 10.1109/SISY.2017.8080587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[3]  Kakarla, S., Gangula, P., Rahul, M. S., Singh, C. S. C., Sarma, T. H. (2020). Smart Attendance Management System Based on Face Recognition Using CNN. IEEE-HYDCON 2020, pp. 1–5. DOI: 10.1109/HYDCON48903.2020.9242847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[4]  Varadharajan, E., Dharani, R., Jeevitha, S., Kavinmathi, B., Hemalatha, S. (2016). Automatic Attendance Management System Using Face Detection. IC-GET 2016, pp. 1–3. DOI: 10.1109/GET.2016.7916753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[5]  Siswanto, A. R. S., Nugroho, A. S., Galinium, M. (2014). Implementation of Face Recognition Algorithm for Biometrics Based Time Attendance System. ICISS 2014, pp. 149–154. DOI: 10.1109/ICTSS.2014.7013165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[6]  Deng, J., Guo, J., Xue, N., Zafeiriou, S. (2019). ArcFace: Additive Angular Margin Loss for Deep Face Recognition. CVPR 2019, pp. 4690–4699. DOI: 10.1109/CVPR.2019.00482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[7]  Deng, J., Guo, J., Ververas, E., Kotsia, I., Zafeiriou, S. (2020). RetinaFace: Single-Shot Multi-Level Face Localisation in the Wild. CVPR 2020. DOI: 10.1109/CVPR42600.2020.00525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[8]  Pan, G., Sun, L., Wu, Z., Lao, S. (2007). Eyeblink-based Anti-Spoofing in Face Recognition from a Generic Webcamera. ICCV 2007, pp. 1–8. DOI: 10.1109/ICCV.2007.4409068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[9]  ISO/IEC 30107-3:2023 — Information technology — Biometric presentation attack detection — Part 3: Testing and reporting.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[10] Cao, Q., Shen, L., Xie, W., Parkhi, O. M., Zisserman, A. (2018). VGGFace2: A Dataset for Recognising Faces across Pose and Age. IEEE FG 2018, pp. 67–74.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3A6E"/>
                </a:solidFill>
              </a:rPr>
              <a:t>Source code and all measurement scripts: github.com/SohamBhattacharjee2003/MutiFace-Attendance-System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1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