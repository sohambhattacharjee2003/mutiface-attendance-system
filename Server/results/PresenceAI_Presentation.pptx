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AUTOMATIC ATTENDANCE SYSTEM USING MULTIPLE FACE RECOGNITION</a:t>
            </a:r>
          </a:p>
          <a:p>
            <a:pPr algn="ctr"/>
            <a:r>
              <a:rPr sz="1500" i="1">
                <a:solidFill>
                  <a:srgbClr val="555F6D"/>
                </a:solidFill>
              </a:rPr>
              <a:t>Spoof-Resistant Multi-Face Attendance: Recognition Alone Is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77440" y="2468880"/>
            <a:ext cx="7772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</a:rPr>
              <a:t>Problem Statement Title — Automating classroom attendance with multi-face recognition, without it being defeated by a photograph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F3A6E"/>
                </a:solidFill>
              </a:rPr>
              <a:t>Team Members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</a:rPr>
              <a:t>1. Souryadeep Deb (13000222064)          2. Soham Bhattacharya (13000222065)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</a:rPr>
              <a:t>3. Srija Basak (13000222066)              4. Sneha Singh (13000222067)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</a:rPr>
              <a:t>Group Number — 18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</a:rPr>
              <a:t>Mentor — Mr Prodipta Bhowmik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</a:rPr>
              <a:t>PROJICB-781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/>
              <a:t>Department of Computer Science &amp; Engineering (Cyber Security)</a:t>
            </a:r>
          </a:p>
          <a:p>
            <a:pPr algn="ctr"/>
            <a:r>
              <a:rPr sz="1200" b="0"/>
              <a:t>Techno Main Salt Lake, Kolkata - 700091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IDEA / 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The problem nobody in the literature measures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Face recognition is BUILT to give a photo of you the same embedding as you.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So recognition alone cannot stop proxy attendance. We tested it: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C0392B"/>
                </a:solidFill>
              </a:rPr>
              <a:t>a printed photo was marked present 100% of the time.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Our solution — separate RECOGNISING from MARKING PRESENT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Attendance is written once a day and is irreversible: one bad frame marks the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wrong student present until tomorrow. So committing is its own decision, taken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only after four gates pass and several frames agree: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1.  Size — a face under 40px is refused, not guessed at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2.  Threshold — calibrated on 2,880 impostor faces, not hand-picked</a:t>
            </a:r>
          </a:p>
          <a:p>
            <a:pPr lvl="1"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3.  Margin — the runner-up identity must be clearly beaten</a:t>
            </a:r>
          </a:p>
          <a:p>
            <a:pPr lvl="1">
              <a:spcAft>
                <a:spcPts val="500"/>
              </a:spcAft>
            </a:pPr>
            <a:r>
              <a:rPr sz="1250" b="1">
                <a:solidFill>
                  <a:srgbClr val="C0392B"/>
                </a:solidFill>
              </a:rPr>
              <a:t>4.  LIVENESS — is this a person, or a photograph of one?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051560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1F3A6E"/>
                </a:solidFill>
              </a:rPr>
              <a:t>Innovation and uniqueness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</a:rPr>
              <a:t>• We do NOT claim a new face model.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ArcFace is pretrained and frozen. Claiming otherwise would be dishonest, and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training our own on 30 students would be worse in every measurable way.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</a:rPr>
              <a:t>• Liveness that works on classroom hardware.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Blink detection is the standard trick, but a blink lasts ~0.3s and our system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samples ~1.4 frames/sec — we measured it failing. Instead we measure facial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motion from landmarks the detector already produces: a live face keeps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deforming, a photo is rigid. Rotation and scale are normalised away, so waving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the photo about does not help the attacker. No extra model, no GPU.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</a:rPr>
              <a:t>• Enrolment in 1.4s, not 10 minutes.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Embeddings are cached, so a new student costs only their own photos.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E8E5A"/>
                </a:solidFill>
              </a:rPr>
              <a:t>• We report a fix that did NOT work.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The top-2 margin guard changed nothing on our cohort. We say 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TECHNICAL APPROACH &amp; WORKFLOW</a:t>
            </a:r>
          </a:p>
        </p:txBody>
      </p:sp>
      <p:pic>
        <p:nvPicPr>
          <p:cNvPr id="3" name="Picture 2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2346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3200400"/>
            <a:ext cx="5669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Technologies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Detection: RetinaFace / SCRFD (det_10g)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Recognition: ArcFace ResNet-50 (buffalo_l, w600k_r50) → 512-d embeddings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Runtime: ONNX Runtime, CPU only — no GPU required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Classifier: linear SVM + cosine-to-centroid over scikit-learn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Backend: Python 3.13 · Flask REST API · token auth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Frontend: React · Vite · TailwindCSS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Storage: CSV + JSON on disk — no cloud, no database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320040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1F3A6E"/>
                </a:solidFill>
              </a:rPr>
              <a:t>Method — why it is built this way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</a:rPr>
              <a:t>The deep model is frozen and never retrained.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It was trained on ~600k identities; what it learned is not 'who is Soham' but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'what makes any two faces different'. Enrolling a student = embed their photos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and store the average (their centroid). That is a table insert, not a training run.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</a:rPr>
              <a:t>Closed-set vs open-set — the key difference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Prior work asks 'WHICH of my N students is this?' — a softmax must always name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someone. We ask 'is this ANY of my students at all?' The system is allowed to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answer 'nobody', which is the only honest answer when a stranger walks past.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555F6D"/>
                </a:solidFill>
              </a:rPr>
              <a:t>Protocol: 30 simulated students + 66 strangers (VGGFace2). Test images never used for enrolment; the threshold is calibrated on one half of the strangers and measured on the other.</a:t>
            </a:r>
          </a:p>
        </p:txBody>
      </p:sp>
      <p:pic>
        <p:nvPicPr>
          <p:cNvPr id="4" name="Picture 3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200400" cy="2286000"/>
          </a:xfrm>
          <a:prstGeom prst="rect">
            <a:avLst/>
          </a:prstGeom>
        </p:spPr>
      </p:pic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371600"/>
            <a:ext cx="4876800" cy="2286000"/>
          </a:xfrm>
          <a:prstGeom prst="rect">
            <a:avLst/>
          </a:prstGeom>
        </p:spPr>
      </p:pic>
      <p:pic>
        <p:nvPicPr>
          <p:cNvPr id="6" name="Picture 5" descr="degra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371600"/>
            <a:ext cx="3501390" cy="2286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93192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After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Photo marked present (attack 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Strangers admitted (FAR)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0.0081%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0.002%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Wrong attendance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0.0354%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Time to enrol a student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607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1.4 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Time to mark a student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10.5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2.8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98079" y="3931920"/>
            <a:ext cx="4297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1F3A6E"/>
                </a:solidFill>
              </a:rPr>
              <a:t>Capacity (measured, laptop CPU, no GPU)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16 faces recognised in one frame in 1.271s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10,000 enrolled students add only 1.2 ms to a match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One 1080p camera covers ~7 m — a whole classroom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Memory: 298 MB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C0392B"/>
                </a:solidFill>
              </a:rPr>
              <a:t>Honest limitations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A VIDEO replay would still pass — we raise the attack cost from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'print a photo' to 'record and replay a video', not to zero.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The top-2 margin guard did not help; the cohort has no look-alikes.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Only 2 real users enrolled — the numbers above come from the 30-identity cohort.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IMPACT AND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Impact on the target audience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A 60-student roll-call takes ~5 minutes of every lecture. Over a 200-day year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that is roughly 80 hours of teaching time returned to teaching.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Attendance is marked without contact, without a queue, and without a register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that can be signed by a friend.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Social — the proxy problem, honestly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Manual proxy (a friend signing for you) is eliminated.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Photo/screen proxy is blocked by liveness — measured 100% → 0%.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C0392B"/>
                </a:solidFill>
              </a:rPr>
              <a:t>Video-replay proxy is NOT yet blocked. We state this rather than hide it.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Privacy — why this beats a cloud face API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The system runs fully offline. Students' faces never leave the campus.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Under India's DPDP Act 2023, biometric data is sensitive personal data 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uploading children's faces to a third-party cloud is a liability, not a feature.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097280"/>
            <a:ext cx="52120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Economic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Our system: one laptop + one webcam. No GPU. No servers. No per-scan fee.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Recurring cost ≈ ₹0.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A cloud face API (≈ $0.001 per image) for continuous classroom scanning: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392B"/>
                </a:solidFill>
              </a:rPr>
              <a:t>≈ ₹1,50,000 per year, per school — and it uploads every student's face.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Scalability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Enrolling 10,000 students costs 1.2 ms per match, because the deep model is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frozen and matching is a matrix multiply. A trained-CNN approach would need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retraining every time a student joins.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Auditability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Every decision exposes its evidence — the similarity score, the runner-up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margin, the face size, the liveness verdict. A disputed attendance record can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be explained. Commercial systems are black boxes.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RESEARCH AND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 b="1">
                <a:solidFill>
                  <a:srgbClr val="1F3A6E"/>
                </a:solidFill>
              </a:rPr>
              <a:t>Core models used (pretrained, frozen — not our contribution)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[1]  Deng, J., Guo, J., Xue, N., Zafeiriou, S. (2019). ArcFace: Additive Angular Margin Loss for Deep Face Recognition. CVPR 2019, pp. 4690–4699.  DOI: 10.1109/CVPR.2019.00482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[2]  Deng, J., Guo, J., Ververas, E., Kotsia, I., Zafeiriou, S. (2020). RetinaFace: Single-Shot Multi-Level Face Localisation in the Wild. CVPR 2020.  DOI: 10.1109/CVPR42600.2020.00525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[3]  Schroff, F., Kalenichenko, D., Philbin, J. (2015). FaceNet: A Unified Embedding for Face Recognition and Clustering. CVPR 2015, pp. 815–823.  DOI: 10.1109/CVPR.2015.7298682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F3A6E"/>
                </a:solidFill>
              </a:rPr>
              <a:t>Attendance systems — prior work (none of which addresses spoofing)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[4]  D'Souza, J. W. S., et al. (2019). Automated Attendance Marking and Management System by Facial Recognition Using Histogram. Array, 3–4: 100014.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[5]  Arsenovic, M., Sladojevic, S., Anderla, A., Stefanovic, D. (2017). FaceTime — Deep Learning Based Face Recognition Attendance System. IEEE SISY 2017, pp. 53–58.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[6]  Kakarla, S., et al. (2020). Smart Attendance Management System Based on Face Recognition Using CNN. IEEE-HYDCON 2020, pp. 1–5.  DOI: 10.1109/HYDCON48903.2020.9242847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[7]  Varadharajan, E., et al. (2016). Automatic Attendance Management System Using Face Detection. IC-GET 2016, pp. 1–3.  DOI: 10.1109/GET.2016.7916753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[8]  Siswanto, A. R. S., Nugroho, A. S., Galinium, M. (2014). Implementation of Face Recognition Algorithm for Biometrics Based Time Attendance System. ICISS 2014, pp. 149–154.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F3A6E"/>
                </a:solidFill>
              </a:rPr>
              <a:t>Anti-spoofing / presentation attacks — the gap we address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[9]  Pan, G., Sun, L., Wu, Z., Lao, S. (2007). Eyeblink-based Anti-Spoofing in Face Recognition from a Generic Webcamera. ICCV 2007, pp. 1–8.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[10] ISO/IEC 30107-3:2023 — Biometric Presentation Attack Detection, Part 3: Testing and Reporting.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1F3A6E"/>
                </a:solidFill>
              </a:rPr>
              <a:t>Data, code and reproducibility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Dataset: VGGFace2 (Cao et al., 2018) — 96 identities used as an impostor cohort.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</a:rPr>
              <a:t>Source code and all measurement scripts: github.com/SohamBhattacharjee2003/MutiFace-Attendance-System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